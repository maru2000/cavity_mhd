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1ECA-93B6-DFAF-0E64-23095645C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1EB5B-953D-73A5-01E2-B7904E12F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B6557-6AEB-AA94-7AE3-283FFB11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0946B-E48D-300B-1DA6-3634635B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A992C-2667-73EC-6C73-11F4E5BB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76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749E-5093-C120-0ACD-2A80A2B0D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B32A0-6D47-ABA9-2129-595EB0348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43E37-5806-7952-3E3C-DF139FEF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CFCF-E8C6-26CF-FD93-8B0A63C6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36626-238D-CB91-A0EB-B4E5A1BF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4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D91A-3B39-D78D-43EE-4ADFF7085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90348-947B-47DA-B1A1-494664686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29A52-D313-66AA-6986-04701545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9A42-FFF3-41AD-C29E-3CC725E2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C02A-5CB6-BC7E-7820-1672D931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37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4B15-1E0A-E6B0-404B-84099663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71C7F-4BD3-659F-CCB9-B7A9C44F2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9C736-B190-CE5B-34A6-E65F6D653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26DA6-0A5C-3AE2-8EFF-F2869087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BB5F8-70CD-3559-B078-A79FEF59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28037-7856-CEA5-6A01-B8A2D913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0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6AC2-5464-DF5F-20A7-65D83F6B1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66F2E-E48C-5D4C-0E00-040A4BCD4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975C-751F-674A-75C8-9BC673DA0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DD65D-0B42-E90D-4253-07357F17C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B389BB-D7B9-786B-CBB4-67E9A1B1E8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03E41-1A89-2D9A-196D-5F5A6414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5B71A-71DE-07DE-7D3A-2A1F1AE4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8FE82-59E4-427C-CE34-F8245301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6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DCF2D-94B6-8433-924B-14FCDDF47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EE853-C764-0123-BCC0-982547FC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3DB92-E25F-D611-60C0-717AA2EF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23050-3FD5-31C0-D769-7B8C938A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7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C59D6-047E-C76D-B867-974B5B064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244EE-CA43-0B70-14C2-CB241ACE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866EC-9397-176B-8612-A4EA872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2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1C90-46AD-F051-ADD5-2E42A8DD5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B167-7FAA-B05E-B288-65CF1EB48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49214-5ECF-DDA0-309A-1B284B9E8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4152F-A13E-AED6-3B67-38F88119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4A9BB-2C10-5232-9162-019B23F5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3DB35-A038-EFF0-375D-1C3875C06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37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9A80-A40B-7BB5-5356-AB6B1650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4DA38-24AF-DEE8-5F15-13E75AB757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9F58A-2234-4E86-2658-3D5043C3E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1E006-A954-4FB7-6BAB-965EE78CF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83678-AE08-0400-AA61-CC4440E6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4645C-6985-D8A3-CBF7-9B8B4449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9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7B9B-D6B8-D95F-4609-6B6BD148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D7AE0-7054-43FB-E1FE-84B121489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ED487-C933-E9F3-E9D3-DFA91AB7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888D8-503D-8BB1-BEC6-1349C17D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893C-C89F-0D00-926E-5AE1778C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85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8AD20-246C-4BAC-251D-A4FAEC39E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C8E25-060B-6EA7-541B-B5B3A4C38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78292-3B9C-4308-89EB-8095FEC4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C78EE-0810-1A0B-4DCB-8A30CF5D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C4D77-0F12-A9EF-C779-5965118D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1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FE483-456C-71C8-6498-AD93FE00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59CEF-91DB-EF21-9962-624C3180B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F67D-A886-2837-6FFE-0EC498D25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A5AB2-B3F6-9743-ABDC-6709852902B3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B5C50-CE38-07BA-A02A-2564F4791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C3485-D937-6BCB-A5D0-347D07726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40CB7-5EF5-A74E-82E4-820215032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5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08993-DCE0-0777-7E84-C862977D6D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Magnetic Twist to LDC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E7EA8-503A-E8C0-5821-7A870D335C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749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D36F-78F0-B636-0D27-DE68E1EC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= 0.005, </a:t>
            </a:r>
            <a:r>
              <a:rPr lang="en-US" dirty="0" err="1"/>
              <a:t>N_int</a:t>
            </a:r>
            <a:r>
              <a:rPr lang="en-US" dirty="0"/>
              <a:t> = 0.0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275AF-7330-98DA-632F-F0D68C0D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304" y="1690688"/>
            <a:ext cx="5529496" cy="489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4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5A10-0DE8-3FC4-59F0-AB86CA44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= 0.005 </a:t>
            </a:r>
            <a:r>
              <a:rPr lang="en-US" dirty="0" err="1"/>
              <a:t>N_int</a:t>
            </a:r>
            <a:r>
              <a:rPr lang="en-US" dirty="0"/>
              <a:t> = 0.1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6F5B03-E249-1A60-B870-A8932446C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4526"/>
            <a:ext cx="5493984" cy="48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3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1B28-275E-1D42-43E3-46273219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 = 0.005 </a:t>
            </a:r>
            <a:r>
              <a:rPr lang="en-US" dirty="0" err="1"/>
              <a:t>N_int</a:t>
            </a:r>
            <a:r>
              <a:rPr lang="en-US" dirty="0"/>
              <a:t> = 1.0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5BCC3D-4D9C-20EF-0391-C20586A40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23958"/>
            <a:ext cx="5689257" cy="526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5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29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Magnetic Twist to LDC</vt:lpstr>
      <vt:lpstr>Dt = 0.005, N_int = 0.0 </vt:lpstr>
      <vt:lpstr>Dt = 0.005 N_int = 0.1</vt:lpstr>
      <vt:lpstr>Dt = 0.005 N_int = 1.0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Annamaraju, Maruthi</dc:creator>
  <cp:lastModifiedBy>Annamaraju, Maruthi</cp:lastModifiedBy>
  <cp:revision>1</cp:revision>
  <dcterms:created xsi:type="dcterms:W3CDTF">2026-05-02T22:06:18Z</dcterms:created>
  <dcterms:modified xsi:type="dcterms:W3CDTF">2026-05-03T18:23:54Z</dcterms:modified>
</cp:coreProperties>
</file>